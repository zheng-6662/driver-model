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48F79-ADDE-4027-87B7-7C4A52295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4F67D8-3D85-4AC8-ACD0-F76205200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A0541F-827C-4BA0-AA2E-FC08DFD6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0E758C-25B8-438B-AC4E-16BBD53E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F49C43-D537-41BC-B113-4BD18D93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28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675EC-5333-458A-8DC0-32C4A891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FBFAD-A11F-422C-89C3-95523057A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15A9D-C02D-4E43-A8DE-78A95F65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21F47-F4A8-42A8-9BD2-E738C9F9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E9680-7FD0-4685-B1DF-4016A4A4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10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F08E1-136B-4013-A556-373A88B3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E0CC0-9E79-4F54-A1A2-143A5F9E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E1A57-50BD-40DF-9277-24956648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7A8F4-8E53-47CD-9CCE-A1C05EF2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FBEAE-AD6E-439B-98E2-B5522EE7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07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2CD86-3EA4-42AE-AF1D-B0A04879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F6C88-B255-4728-8EF2-3113B093F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5187EE-A1A8-4486-BB54-AC8358FBB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D50E07-31A2-461B-BBD5-619CA694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C49F58-0E39-40F9-B7A4-7E96A54E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9A6A44-EEFF-4377-83A0-DD7A6248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5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A2C61-CDEF-4872-A99B-00475FE5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843B16-C457-4889-BD06-B3A876DD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F39F1D-88F4-4651-8B06-7E9D661E4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97510F-821C-46D4-9377-1626ABFC5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0D13C3-8F1C-4AB5-80FE-D98E39B87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32C380-6A92-4176-B8F1-CD62B5DD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ABAC61-6C74-45FE-B60E-908250A7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6869EB-715C-4D24-8226-93658343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1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9805C-CEA4-46BF-9771-58AFF20B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C5B3A5-78E8-4C9B-9B17-9A4CCF5D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7AA090-A186-40A7-BE92-1D050E0C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629960-B0E9-4150-884B-A7244B00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21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9BA8D8-2BBD-445C-AB1D-13F976C7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F38630-E4F8-41F0-866B-CDA32C9B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4277D-646D-42B4-9679-DE779F65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05DD5-E166-44C3-B0CA-DD69C96C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CE8AB8-4873-471B-B811-B9F019B28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FD37CA-9599-4FC5-B5A3-FE62C2E7E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511E8-87FB-4707-9EB4-BAAD7FEF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BB4470-3BFD-4481-8629-A34FF5AA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86DCC0-0FAA-44CE-9638-A3AA42ED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13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0BE37-31E7-4420-B89F-9C780FF6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C49F1D-9B7E-4892-A258-E3F6D3392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33E3D-08D8-4423-9CDC-34BCE6970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0DD4D6-8494-4C42-9D59-2AA0949F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2252A9-4814-4ECC-8FA6-5AFA5171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0CFEF9-9A71-41F1-AD06-38B89770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35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8F0E-BDA5-4200-B164-5672BC5E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03D72C-0E44-4C12-9215-7C5274241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9677B-671C-40AD-8595-4A416931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A62F5-7BAC-4A2D-ACB7-55BFD1AE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308E0-6593-4F39-8FA3-C86D7AF2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84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F81888-FC64-41D7-AD84-60892D950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24FC1F-7C6F-4117-92EC-943DF97F0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21CB1-2DDA-47BE-AED7-2EC40F1B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F0708-C1FF-48E0-87B6-D832E564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23A52-F435-42C2-869D-FE04100E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037E67-2B8F-45E2-B35C-6B32B2DD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29AF9-D746-49AB-B3DE-FA84CB53A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1DF7A2-9471-4B9B-8A65-82A77DA34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9B1D3-40AE-4F8C-BA2B-49664696E1E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239A7-8045-481B-9CA8-B4E870312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A7EEF4-1970-4102-BD7A-B120549E7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9464E-4FE0-4168-8933-7323205D7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03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CA17978-634D-4153-B8B6-F9DC3EA9BB8E}"/>
                  </a:ext>
                </a:extLst>
              </p:cNvPr>
              <p:cNvSpPr txBox="1"/>
              <p:nvPr/>
            </p:nvSpPr>
            <p:spPr>
              <a:xfrm>
                <a:off x="3048953" y="3116094"/>
                <a:ext cx="6097904" cy="625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 latinLnBrk="1">
                  <a:lnSpc>
                    <a:spcPts val="2000"/>
                  </a:lnSpc>
                </a:pPr>
                <a:r>
                  <a:rPr lang="zh-CN" altLang="zh-CN" sz="180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初始化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0,…,0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CA17978-634D-4153-B8B6-F9DC3EA9B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53" y="3116094"/>
                <a:ext cx="6097904" cy="625812"/>
              </a:xfrm>
              <a:prstGeom prst="rect">
                <a:avLst/>
              </a:prstGeom>
              <a:blipFill>
                <a:blip r:embed="rId2"/>
                <a:stretch>
                  <a:fillRect t="-10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74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 ZHENG</dc:creator>
  <cp:lastModifiedBy>Xin ZHENG</cp:lastModifiedBy>
  <cp:revision>1</cp:revision>
  <dcterms:created xsi:type="dcterms:W3CDTF">2026-04-13T15:34:28Z</dcterms:created>
  <dcterms:modified xsi:type="dcterms:W3CDTF">2026-04-13T15:34:28Z</dcterms:modified>
</cp:coreProperties>
</file>