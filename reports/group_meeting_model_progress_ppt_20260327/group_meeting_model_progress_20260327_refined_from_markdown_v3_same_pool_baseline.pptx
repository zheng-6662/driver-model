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2A30"/>
                </a:solidFill>
                <a:latin typeface="Microsoft YaHei"/>
              </a:rPr>
              <a:t>模型进展组会汇报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17320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D7E"/>
                </a:solidFill>
                <a:latin typeface="Microsoft YaHei"/>
              </a:rPr>
              <a:t>核心目标：把“为什么连续改版本、每次解决了什么、现在到底卡在哪里”讲清楚。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1663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59"/>
            <a:ext cx="4837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本次汇报想回答的三个问题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663440" cy="27432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我的研究主线不是零散试验，而是围绕“2 s 方向盘转角预测中的关键事件对齐”持续收敛。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从 baseline 到结构化 conditioned，再到 deterministic conditioned v2，每次修改都对应一个具体问题。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当前已经能稳定预测整体趋势，主问题收敛为：关键事件仍然对不准，而不是模型完全不会预测。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74519"/>
            <a:ext cx="53949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65959"/>
            <a:ext cx="50657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这次重点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331720"/>
            <a:ext cx="73152" cy="91440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423160"/>
            <a:ext cx="2432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当前主推版本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6151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deterministic conditioned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98648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当前最平衡、最值得继续深挖的主线版本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3172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331720"/>
            <a:ext cx="73152" cy="91440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2423160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关键修正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615184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selection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898648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直接影响 best checkpoint 是否选对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93008"/>
            <a:ext cx="4892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93008"/>
            <a:ext cx="73152" cy="91440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3584448"/>
            <a:ext cx="4672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776472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问题已收敛到“关键事件对齐”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059936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interaction-only multi-hypothesis pilot 证明方向值得继续，但还不是成熟方案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80644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16D7E"/>
                </a:solidFill>
                <a:latin typeface="Microsoft YaHei"/>
              </a:rPr>
              <a:t>汇报对象：导师 / 组会老师    口径：问题导向、结论优先、不过度包装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1480"/>
            <a:ext cx="11475720" cy="61996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822960"/>
            <a:ext cx="9966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2A30"/>
                </a:solidFill>
                <a:latin typeface="Microsoft YaHei"/>
              </a:rPr>
              <a:t>近期驾驶员短时控制行为预测模型进展汇报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1298448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16D7E"/>
                </a:solidFill>
                <a:latin typeface="Microsoft YaHei"/>
              </a:rPr>
              <a:t>从基础轨迹预测到结构化行为建模的阶段性进展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1828800"/>
            <a:ext cx="5166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1920240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这次汇报怎么讲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212848"/>
            <a:ext cx="46634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重点不是简单罗列版本，而是围绕“当前遇到了什么问题、针对这些问题做了什么修改、效果怎么变化、现在还卡在哪里”来讲。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从基础 baseline 到结构化版本，再到 deterministic conditioned v2，是一条连续演进路线，不是零散试验。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当前已经能预测整体趋势，主问题收敛为：关键事件仍然对不准，而不是模型完全不会预测。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828800"/>
            <a:ext cx="5394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1920240"/>
            <a:ext cx="50657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基本信息与重点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2267712"/>
            <a:ext cx="15727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2267712"/>
            <a:ext cx="73152" cy="896112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234086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汇报人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384" y="253288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457A78"/>
                </a:solidFill>
                <a:latin typeface="Microsoft YaHei"/>
              </a:rPr>
              <a:t>小郑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279806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按原稿保留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2267712"/>
            <a:ext cx="15361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2267712"/>
            <a:ext cx="73152" cy="896112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4" y="2340864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时间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253288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3E5F8A"/>
                </a:solidFill>
                <a:latin typeface="Microsoft YaHei"/>
              </a:rPr>
              <a:t>2026.03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279806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组会汇报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2267712"/>
            <a:ext cx="15544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92640" y="2267712"/>
            <a:ext cx="73152" cy="896112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38944" y="2340864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主推版本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38944" y="2532888"/>
            <a:ext cx="13533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BA5140"/>
                </a:solidFill>
                <a:latin typeface="Microsoft YaHei"/>
              </a:rPr>
              <a:t>det v2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8944" y="2798064"/>
            <a:ext cx="13533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当前主版本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3401568"/>
            <a:ext cx="489204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3401568"/>
            <a:ext cx="73152" cy="987552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01384" y="3474720"/>
            <a:ext cx="4690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研究主题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01384" y="3675888"/>
            <a:ext cx="46908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E5F8A"/>
                </a:solidFill>
                <a:latin typeface="Microsoft YaHei"/>
              </a:rPr>
              <a:t>极限 / 高风险驾驶情境下驾驶员短时控制行为
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1384" y="903020740056"/>
            <a:ext cx="46908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16D7E"/>
                </a:solidFill>
                <a:latin typeface="Microsoft YaHei"/>
              </a:rPr>
              <a:t>核心是“行为预测”，不是单纯未来曲线拟合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4553712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4553712"/>
            <a:ext cx="73152" cy="932688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01384" y="4626864"/>
            <a:ext cx="4690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汇报目标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1384" y="4828032"/>
            <a:ext cx="46908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1">
                <a:solidFill>
                  <a:srgbClr val="457A78"/>
                </a:solidFill>
                <a:latin typeface="Microsoft YaHei"/>
              </a:rPr>
              <a:t>让老师听明白：目前做到哪一步、
为什么这样改、结果到底怎么样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1384" y="852854250600"/>
            <a:ext cx="469087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16D7E"/>
                </a:solidFill>
                <a:latin typeface="Microsoft YaHei"/>
              </a:rPr>
              <a:t>清楚、扎实、问题导向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" y="5870448"/>
            <a:ext cx="8778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16D7E"/>
                </a:solidFill>
                <a:latin typeface="Microsoft YaHei"/>
              </a:rPr>
              <a:t>汇报对象：导师 / 组会老师    风格：学术、简洁、清晰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研究主线与版本演进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按“发现问题 -&gt; 修改机制 -&gt; 修正评估 -&gt; 收敛主版本”的逻辑看，而不是把实验当成孤立试错。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1. 基础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先确认模型能否学到 2 s 整体转角趋势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整体趋势能学到，但 tail / turning / reversal 对不准</a:t>
            </a:r>
          </a:p>
        </p:txBody>
      </p:sp>
      <p:sp>
        <p:nvSpPr>
          <p:cNvPr id="12" name="Chevron 11"/>
          <p:cNvSpPr/>
          <p:nvPr/>
        </p:nvSpPr>
        <p:spPr>
          <a:xfrm>
            <a:off x="271576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5409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2. 第一代结构化版本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把事件信息显式注入轨迹预测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局部结构开始改善，但收益不稳定</a:t>
            </a:r>
          </a:p>
        </p:txBody>
      </p:sp>
      <p:sp>
        <p:nvSpPr>
          <p:cNvPr id="18" name="Chevron 17"/>
          <p:cNvSpPr/>
          <p:nvPr/>
        </p:nvSpPr>
        <p:spPr>
          <a:xfrm>
            <a:off x="495604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9437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3. selection rule 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避免用 0-1.5 s 主 RMSE 选错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评估目标开始和研究目标一致</a:t>
            </a:r>
          </a:p>
        </p:txBody>
      </p:sp>
      <p:sp>
        <p:nvSpPr>
          <p:cNvPr id="24" name="Chevron 23"/>
          <p:cNvSpPr/>
          <p:nvPr/>
        </p:nvSpPr>
        <p:spPr>
          <a:xfrm>
            <a:off x="719632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3465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4. deterministic conditioned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强化事件-轨迹耦合并让条件更可控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52A30"/>
                </a:solidFill>
                <a:latin typeface="Microsoft YaHei"/>
              </a:rPr>
              <a:t>目前最平衡、最适合作为主版本</a:t>
            </a:r>
          </a:p>
        </p:txBody>
      </p:sp>
      <p:sp>
        <p:nvSpPr>
          <p:cNvPr id="30" name="Chevron 29"/>
          <p:cNvSpPr/>
          <p:nvPr/>
        </p:nvSpPr>
        <p:spPr>
          <a:xfrm>
            <a:off x="943660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7493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956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5. interaction-only multihyp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验证交互场景是否真的需要多假设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oracle 有收益，说明方向值得继续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" y="5486400"/>
            <a:ext cx="10789920" cy="713232"/>
          </a:xfrm>
          <a:prstGeom prst="roundRect">
            <a:avLst/>
          </a:prstGeom>
          <a:solidFill>
            <a:srgbClr val="ECF2F8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50992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4"/>
                </a:solidFill>
                <a:latin typeface="Microsoft YaHei"/>
              </a:rPr>
              <a:t>主线结论：模型已经从“学不到”过渡到“能学到，但关键事件仍偏移”；因此后续工作不再是盲目堆模型，而是继续缩小事件锚点误差。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11480"/>
            <a:ext cx="11475720" cy="61996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566928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52A30"/>
                </a:solidFill>
                <a:latin typeface="Microsoft YaHei"/>
              </a:rPr>
              <a:t>当前研究目标与核心问题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960120"/>
            <a:ext cx="10607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16D7E"/>
                </a:solidFill>
                <a:latin typeface="Microsoft YaHei"/>
              </a:rPr>
              <a:t>任务已经从“预测未来 2 秒曲线”进一步收敛为“预测驾驶员短时控制行为”。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1572768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1664208"/>
            <a:ext cx="50657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研究目标 / 当前主任务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1938528"/>
            <a:ext cx="48920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目标不是单纯拟合一条未来曲线，而是希望在危险 / 失稳情境下预测驾驶员接下来短时间内的控制行为。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重点关注方向盘控制变化，并尽量让预测结果在趋势、关键动作和整体形态上接近真实驾驶员反应。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输入：车辆历史状态、道路 / 场景相关实时信号；输出：未来短时间尺度内的方向盘控制轨迹，必要时辅以速度变化。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1572768"/>
            <a:ext cx="532180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1664208"/>
            <a:ext cx="49926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当前识别出的主要问题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1938528"/>
            <a:ext cx="482803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基础模型前段有时能够跟上一部分趋势，但后段容易偏离真实轨迹。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关键事件预测不准，主要体现在起转时机、主峰位置、反打 / 纠偏幅度等方面。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在 interaction 等高歧义场景下，单一输出容易形成折中结果，不够像真实驾驶员行为。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" y="5559552"/>
            <a:ext cx="10561320" cy="548640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0704" y="5715000"/>
            <a:ext cx="10058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1A2B44"/>
                </a:solidFill>
                <a:latin typeface="Microsoft YaHei"/>
              </a:rPr>
              <a:t>讲述重点：目前最主要的问题，不只是整体跟踪不稳，更重要的是关键动作不准；interaction 场景还提示这个问题可能天然存在多种合理未来。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基础 Baseline：已学到整体趋势，但关键事件仍然对不准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代表图使用项目现有的预测-真实方向盘转角曲线对比。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3840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511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我先用 baseline 想回答什么问题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3438144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先确认纯 2 s 监督下，模型是否至少能学到方向盘转角的整体变化趋势。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如果 baseline 连整体都学不到，后面的结构化设计就没有意义。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因此 baseline 的作用不是追求最终最优，而是给后续修改提供参照系。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074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407408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4988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6908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0.381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9743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同一评估协议下的 unconditional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2" y="44074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0592" y="44074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44988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46908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9743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1.5-2.0 s 尾段误差偏大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218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4132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56052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58887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尾段趋势相关性很弱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0592" y="53218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50592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54132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56052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1.77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58887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转折次数经常对不上</a:t>
            </a:r>
          </a:p>
        </p:txBody>
      </p:sp>
      <p:pic>
        <p:nvPicPr>
          <p:cNvPr id="30" name="Picture 29" descr="pred_vs_gt_examples_old_sampling_seed2026_steer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36592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图：基础 baseline 的代表性预测-真实方向盘转角曲线对比（项目现有结果图）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1325880"/>
            <a:ext cx="7223760" cy="4892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17720" y="1481328"/>
            <a:ext cx="690372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664208"/>
            <a:ext cx="6565392" cy="3822191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617720" y="5650992"/>
            <a:ext cx="69037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5742432"/>
            <a:ext cx="6537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16D7E"/>
                </a:solidFill>
                <a:latin typeface="Microsoft YaHei"/>
              </a:rPr>
              <a:t>图：基础 baseline 在同一份 6238 样本池（train 4797 / val 692 / test 749）下的代表性预测-真实方向盘转角曲线对照。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45152" y="1371600"/>
            <a:ext cx="3931920" cy="182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1389888"/>
            <a:ext cx="3840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A2B44"/>
                </a:solidFill>
                <a:latin typeface="Microsoft YaHei"/>
              </a:rPr>
              <a:t>已替换为与当前主版本相同 sample pool 的 baseline 对照图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第一代结构化版本：把事件信息显式注入轨迹预测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这一版的意义在于把问题从“纯回归”转成“事件引导的轨迹生成”。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这一版具体改了什么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547872" cy="210312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在 baseline 上加入事件条件，让模型不只看历史轨迹，还显式接收 turn onset / peak / reversal 等结构信息。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目的不是简单加特征，而是希望模型在关键节点附近更敢于拐、该回的时候能回。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这一版已经出现明显的结构收益，但收益并不稳定。不同切片上表现分化较大。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Primary Tail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0.390 -&gt; 0.349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primary 子集尾段误差明显下降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78608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 切片也有收益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0.381 -&gt; 0.388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全局误差未必同步变好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8608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78608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0.066 -&gt; 0.026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事件对齐仍然不稳定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72768"/>
            <a:ext cx="676656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5788152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图：第一代结构化版本代表图。可以看到部分转折结构更像，但稳定性仍不够。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selection rule 修正：先把 best checkpoint 选对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这一步很关键，因为如果 checkpoint 选错，后面所有版本判断都会失真。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886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5570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为什么必须改 selection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56432" cy="22860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训练审计发现：原来的 best checkpoint 由 val sample-weighted overall primary steer RMSE 决定，本质上更偏 0-1.5 s 指标。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但我的研究目标已经转向 tail / turning / boundary continuity，所以旧规则会把“看起来 RMSE 更低、但结构更差”的模型选出来。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修正后改为 structure-aware / active 的选择逻辑，让 checkpoint 选择和研究目标一致。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9884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Legacy picks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epoch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主 RMSE 更低，但不是我要的结构最优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4498848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Corrected picks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epoch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尾段与边界结构更合理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Boundary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0.736 -&gt; 0.634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修正规则后明显下降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42032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42032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8336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0.369 -&gt; 0.363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虽然不是巨大跃升，但方向正确</a:t>
            </a:r>
          </a:p>
        </p:txBody>
      </p:sp>
      <p:pic>
        <p:nvPicPr>
          <p:cNvPr id="30" name="Picture 29" descr="selection_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45920"/>
            <a:ext cx="6839712" cy="43159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09160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图：selection rule 修正前后 best checkpoint 的测试集表现变化。Primary RMSE 略有 trade-off，但 tail / boundary / turning 更符合当前目标。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deterministic conditioned v2：当前最重要的主版本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这一页重点回答：改了什么、为什么这样改、比前一版和 baseline 好在哪里、还差什么。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4069080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739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为什么说它是当前主推版本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3639312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在第一代结构化版本基础上，改成 `structured_v2` conditioning，并加入更强的 deterministic event-to-trajectory coupling。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核心配置包括：`structure_width=0.065`、`gate_temperature=0.04`、`event_residual_scale=1.2`，同时配合修正后的 structure-aware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目标是让事件条件不再“软注入”，而是更稳定地约束关键转折位置和尾段走势。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0.381 -&gt; 0.377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相对 baseline 小幅下降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96896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0.398 -&gt; 0.376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尾段误差更稳定下降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交互切片收益更明显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6896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96896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1.77 -&gt; 1.54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转折数误差明显下降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572768"/>
            <a:ext cx="6720840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49560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图：deterministic conditioned v2 的代表结果图（预测 vs 真实方向盘转角曲线）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5230368"/>
            <a:ext cx="6748272" cy="877824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5413248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1A2B44"/>
                </a:solidFill>
                <a:latin typeface="Microsoft YaHei"/>
              </a:rPr>
              <a:t>当前判断：它比 baseline 和上一版更像“真正围绕关键事件在预测”，但主瓶颈仍是 onset / reversal / peak 的时间对齐不够准，interaction 场景尤其明显。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interaction-only multi-hypothesis pilot：方向值得继续，但现在还不是成熟方案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只在交互场景上做 pilot，目的是验证“多假设”到底有没有必要。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pilot 想验证什么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93008" cy="217627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交互场景本身存在未来不确定性，所以我没有直接全量上多模态，而是先做 interaction-only multi-hypothesis pilot。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如果 oracle 明显优于 deterministic v2，说明“多假设本身有价值”；如果 top-1 选不出来，则问题在 selector，而不一定在 hypothesis 生成。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这个 pilot 的定位是“验证方向”，不是直接替代当前主版本。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343400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343400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Det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Tail RMSE 0.344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当前稳定基线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4343400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4343400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4434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Top-1 multihyp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4626864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Tail RMSE 0.387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491032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 selector 还不成熟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85232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8523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766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Oracle multihyp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686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Tail RMSE 0.256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说明多假设本身有潜力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5285232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168" y="5285232"/>
            <a:ext cx="73152" cy="86868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3472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judgment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2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值得继续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先解决 hypothesis selection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18304" y="578815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图：interaction multi-hypothesis pilot 代表图。oracle 收益存在，但 top-1 选择仍不稳定。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总结与下一步工作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最后一页的口径是：我已经做到哪一步、主要瓶颈在哪里、下一步准备怎么做。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已经取得的进展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163824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已经建立起从 baseline 到 deterministic conditioned v2 的连续演进主线，而不是停留在零散试验。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已经把“结构化建模”和“selection rule 修正”两件事拆开讲清楚，并验证它们分别带来的收益。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当前主推版本 deterministic conditioned v2 在 tail、turning、interaction 切片上都比 baseline 更好。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当前主要瓶颈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810512"/>
            <a:ext cx="3145536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问题已经收敛为：关键事件仍然对不准，尤其是 onset / reversal / peak 的时间锚点误差。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也就是说，模型不是“整体完全不会预测”，而是“已经会预测，但关键节点不够准”。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interaction 场景仍然是最难的部分，说明未来不确定性和 selector 设计都是核心难点。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478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08760"/>
            <a:ext cx="32186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下一步准备怎么做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810512"/>
            <a:ext cx="3090672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继续围绕 deterministic conditioned v2 做事件锚点精修，而不是立刻换主线。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补强 turning / reversal / peak timing 的显式约束，让“关键事件对齐”进入 loss 和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把 multi-hypothesis 先限定在 interaction slice，重点先解决 hypothesis selector，再决定是否扩展。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04688"/>
            <a:ext cx="10972800" cy="658368"/>
          </a:xfrm>
          <a:prstGeom prst="roundRect">
            <a:avLst/>
          </a:prstGeom>
          <a:solidFill>
            <a:srgbClr val="E9EFF5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669280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1A2B44"/>
                </a:solidFill>
                <a:latin typeface="Microsoft YaHei"/>
              </a:rPr>
              <a:t>一句话总结：我现在已经把问题从“模型能不能预测”收敛到了“关键事件如何更准确对齐”；因此下一步不是盲目加复杂度，而是继续沿着 deterministic conditioned v2 把事件锚点做准。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